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41fd6b23894da4" /><Relationship Type="http://schemas.openxmlformats.org/officeDocument/2006/relationships/extended-properties" Target="/docProps/app.xml" Id="Rce8c801455304756" /><Relationship Type="http://schemas.openxmlformats.org/officeDocument/2006/relationships/officeDocument" Target="/ppt/presentation.xml" Id="Rbf9ef035d72046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e31b5499064285"/>
  </p:sldMasterIdLst>
  <p:notesMasterIdLst>
    <p:notesMasterId xmlns:r="http://schemas.openxmlformats.org/officeDocument/2006/relationships" r:id="R18f24eee54d94be0"/>
  </p:notesMasterIdLst>
  <p:sldIdLst>
    <p:sldId xmlns:r="http://schemas.openxmlformats.org/officeDocument/2006/relationships" id="256" r:id="R9663740ec75447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da3ac5d38a4550" /><Relationship Type="http://schemas.openxmlformats.org/officeDocument/2006/relationships/slideMaster" Target="/ppt/slideMasters/slideMaster1.xml" Id="R25e31b5499064285" /><Relationship Type="http://schemas.openxmlformats.org/officeDocument/2006/relationships/notesMaster" Target="/ppt/notesMasters/notesMaster1.xml" Id="R18f24eee54d94be0" /><Relationship Type="http://schemas.openxmlformats.org/officeDocument/2006/relationships/presProps" Target="/ppt/presProps.xml" Id="Re9679d033d8f49f1" /><Relationship Type="http://schemas.openxmlformats.org/officeDocument/2006/relationships/tableStyles" Target="/ppt/tableStyles.xml" Id="Rd89189bb40a54d96" /><Relationship Type="http://schemas.openxmlformats.org/officeDocument/2006/relationships/slide" Target="/ppt/slides/slide1.xml" Id="R9663740ec75447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7b5da1a67c49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c397b28054741" /><Relationship Type="http://schemas.openxmlformats.org/officeDocument/2006/relationships/notesMaster" Target="/ppt/notesMasters/notesMaster1.xml" Id="R361a7c90214342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69ef4f71941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23067e23646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1779c44f743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8d6ca265441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82ed2736d44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61f9a71f34c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210901-C33C-4956-A1C1-759C00EC48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C1DC6B-43E9-4FC0-A2CA-12F8305347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CCF8CB-9D7C-4B4D-9E39-0D242A54E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B9C3F3-BA4C-4E0C-824A-B325394EA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CA0B74-8FFC-495F-B480-1E9C7D586E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9BAE23-4E49-469F-A917-3201AA016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1F0D90-32AB-4F5B-B410-EC37998861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2B009D-0311-4AA7-B650-A82A29A8A3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F4D076-2374-451C-98C8-721DE6B71F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03E687-DC16-4D06-8624-8ABC9904DD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9e35d0b5324926" /><Relationship Type="http://schemas.openxmlformats.org/officeDocument/2006/relationships/slideLayout" Target="/ppt/slideLayouts/slideLayout1.xml" Id="R4fafb116c28e47b1" /><Relationship Type="http://schemas.openxmlformats.org/officeDocument/2006/relationships/slideLayout" Target="/ppt/slideLayouts/slideLayout2.xml" Id="Rba80ecada862458b" /><Relationship Type="http://schemas.openxmlformats.org/officeDocument/2006/relationships/slideLayout" Target="/ppt/slideLayouts/slideLayout3.xml" Id="R21f512aec05c47c1" /><Relationship Type="http://schemas.openxmlformats.org/officeDocument/2006/relationships/slideLayout" Target="/ppt/slideLayouts/slideLayout4.xml" Id="R4bfcc3fdfb464684" /><Relationship Type="http://schemas.openxmlformats.org/officeDocument/2006/relationships/slideLayout" Target="/ppt/slideLayouts/slideLayout5.xml" Id="R4dca39beed2243ed" /><Relationship Type="http://schemas.openxmlformats.org/officeDocument/2006/relationships/slideLayout" Target="/ppt/slideLayouts/slideLayout6.xml" Id="Rc31ea984705c4d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afb116c28e47b1"/>
    <p:sldLayoutId xmlns:r="http://schemas.openxmlformats.org/officeDocument/2006/relationships" id="2147483650" r:id="Rba80ecada862458b"/>
    <p:sldLayoutId xmlns:r="http://schemas.openxmlformats.org/officeDocument/2006/relationships" id="2147483651" r:id="R21f512aec05c47c1"/>
    <p:sldLayoutId xmlns:r="http://schemas.openxmlformats.org/officeDocument/2006/relationships" id="2147483652" r:id="R4bfcc3fdfb464684"/>
    <p:sldLayoutId xmlns:r="http://schemas.openxmlformats.org/officeDocument/2006/relationships" id="2147483653" r:id="R4dca39beed2243ed"/>
    <p:sldLayoutId xmlns:r="http://schemas.openxmlformats.org/officeDocument/2006/relationships" id="2147483654" r:id="Rc31ea984705c4d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2b51ef375426b" /><Relationship Type="http://schemas.openxmlformats.org/officeDocument/2006/relationships/notesSlide" Target="/ppt/notesSlides/notesSlide1.xml" Id="R3a993ae02f2544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 accent">
            <a:extLst xmlns:a="http://schemas.openxmlformats.org/drawingml/2006/main">
              <a:ext uri="{FF2B5EF4-FFF2-40B4-BE49-F238E27FC236}">
                <a16:creationId xmlns:a16="http://schemas.microsoft.com/office/drawing/2014/main" id="{3CCFD2F1-425A-4D82-A8F1-3081B58F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AA80F9-DE22-4A5F-A700-1AE1D400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本页标题：研究主题与结果分析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1B3E69C-9D3A-424E-930A-7E1E95F1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在此概述本页的研究对象、分析方法或实验条件。</a:t>
            </a:r>
          </a:p>
        </p:txBody>
      </p:sp>
      <p:sp>
        <p:nvSpPr>
          <p:cNvPr id="4" name="Evidence placeholder frame">
            <a:extLst xmlns:a="http://schemas.openxmlformats.org/drawingml/2006/main">
              <a:ext uri="{FF2B5EF4-FFF2-40B4-BE49-F238E27FC236}">
                <a16:creationId xmlns:a16="http://schemas.microsoft.com/office/drawing/2014/main" id="{EA7C5E06-C9A3-4AD3-9971-99E66627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3919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BD5"/>
            </a:solidFill>
            <a:prstDash val="dash"/>
          </a:ln>
        </p:spPr>
      </p:sp>
      <p:sp>
        <p:nvSpPr>
          <p:cNvPr id="5" name="Evidence placeholder">
            <a:extLst xmlns:a="http://schemas.openxmlformats.org/drawingml/2006/main">
              <a:ext uri="{FF2B5EF4-FFF2-40B4-BE49-F238E27FC236}">
                <a16:creationId xmlns:a16="http://schemas.microsoft.com/office/drawing/2014/main" id="{4A00697D-F9ED-4547-ADBB-01779325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062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在此放置图片、图表或模型</a:t>
            </a:r>
          </a:p>
        </p:txBody>
      </p:sp>
      <p:sp>
        <p:nvSpPr>
          <p:cNvPr id="6" name="Evidence guidance">
            <a:extLst xmlns:a="http://schemas.openxmlformats.org/drawingml/2006/main">
              <a:ext uri="{FF2B5EF4-FFF2-40B4-BE49-F238E27FC236}">
                <a16:creationId xmlns:a16="http://schemas.microsoft.com/office/drawing/2014/main" id="{4917E7B9-B21E-401C-97C7-7FEEFF73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保持原始比例，保留坐标、单位与图例</a:t>
            </a:r>
          </a:p>
        </p:txBody>
      </p:sp>
      <p:sp>
        <p:nvSpPr>
          <p:cNvPr id="7" name="Conclusion">
            <a:extLst xmlns:a="http://schemas.openxmlformats.org/drawingml/2006/main">
              <a:ext uri="{FF2B5EF4-FFF2-40B4-BE49-F238E27FC236}">
                <a16:creationId xmlns:a16="http://schemas.microsoft.com/office/drawing/2014/main" id="{6C8436BB-17F2-413E-A332-8619826F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04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在此总结本页图示所支持的主要结果，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并说明必要的适用条件。</a:t>
            </a:r>
          </a:p>
        </p:txBody>
      </p:sp>
      <p:sp>
        <p:nvSpPr>
          <p:cNvPr id="8" name="Page number">
            <a:extLst xmlns:a="http://schemas.openxmlformats.org/drawingml/2006/main">
              <a:ext uri="{FF2B5EF4-FFF2-40B4-BE49-F238E27FC236}">
                <a16:creationId xmlns:a16="http://schemas.microsoft.com/office/drawing/2014/main" id="{657B3811-353A-4D75-AB04-EFE21BF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4674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pPr>
            <a:r>
              <a: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67023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2026-10-28T04:44:47.9910000Z</dcterms:created>
  <dcterms:modified xsi:type="dcterms:W3CDTF">2026-10-28T04:44:47.9910000Z</dcterms:modified>
</coreProperties>
</file>